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New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Start designing your template here.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