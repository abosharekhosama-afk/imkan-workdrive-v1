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review deck for performance, priorities, risks, and next quarter.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Objective: ____________________</a:t>
            </a:r>
          </a:p>
          <a:p>
            <a:pPr>
              <a:defRPr sz="2200"/>
            </a:pPr>
            <a:r>
              <a:t>Audience: ____________________</a:t>
            </a:r>
          </a:p>
          <a:p>
            <a:pPr>
              <a:defRPr sz="2200"/>
            </a:pPr>
            <a:r>
              <a:t>Owner: 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Point 1: ____________________</a:t>
            </a:r>
          </a:p>
          <a:p>
            <a:pPr>
              <a:defRPr sz="2200"/>
            </a:pPr>
            <a:r>
              <a:t>Point 2: ____________________</a:t>
            </a:r>
          </a:p>
          <a:p>
            <a:pPr>
              <a:defRPr sz="2200"/>
            </a:pPr>
            <a:r>
              <a:t>Point 3: 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/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Next step: ____________________</a:t>
            </a:r>
          </a:p>
          <a:p>
            <a:pPr>
              <a:defRPr sz="2200"/>
            </a:pPr>
            <a:r>
              <a:t>Owner: ____________________</a:t>
            </a:r>
          </a:p>
          <a:p>
            <a:pPr>
              <a:defRPr sz="2200"/>
            </a:pPr>
            <a:r>
              <a:t>Target date: 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